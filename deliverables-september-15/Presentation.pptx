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64" r:id="rId5"/>
    <p:sldId id="265" r:id="rId6"/>
    <p:sldId id="268" r:id="rId7"/>
    <p:sldId id="271" r:id="rId8"/>
    <p:sldId id="270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76E56-D44D-3AE9-267A-0935DDD67B0D}" v="377" dt="2026-08-03T20:54:44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ba Jokin Lozano Iturrioz" userId="S::jlozano021@ikasle.ehu.eus::752657da-923c-4848-952d-ee02b904d117" providerId="AD" clId="Web-{2AA76E56-D44D-3AE9-267A-0935DDD67B0D}"/>
    <pc:docChg chg="addSld delSld modSld">
      <pc:chgData name="Joseba Jokin Lozano Iturrioz" userId="S::jlozano021@ikasle.ehu.eus::752657da-923c-4848-952d-ee02b904d117" providerId="AD" clId="Web-{2AA76E56-D44D-3AE9-267A-0935DDD67B0D}" dt="2026-08-03T20:54:44.636" v="375"/>
      <pc:docMkLst>
        <pc:docMk/>
      </pc:docMkLst>
      <pc:sldChg chg="addSp delSp modSp mod setBg modClrScheme chgLayout">
        <pc:chgData name="Joseba Jokin Lozano Iturrioz" userId="S::jlozano021@ikasle.ehu.eus::752657da-923c-4848-952d-ee02b904d117" providerId="AD" clId="Web-{2AA76E56-D44D-3AE9-267A-0935DDD67B0D}" dt="2026-08-03T20:15:01.851" v="182" actId="20577"/>
        <pc:sldMkLst>
          <pc:docMk/>
          <pc:sldMk cId="109857222" sldId="256"/>
        </pc:sldMkLst>
        <pc:spChg chg="del mod ord">
          <ac:chgData name="Joseba Jokin Lozano Iturrioz" userId="S::jlozano021@ikasle.ehu.eus::752657da-923c-4848-952d-ee02b904d117" providerId="AD" clId="Web-{2AA76E56-D44D-3AE9-267A-0935DDD67B0D}" dt="2026-08-03T19:56:44.400" v="1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Joseba Jokin Lozano Iturrioz" userId="S::jlozano021@ikasle.ehu.eus::752657da-923c-4848-952d-ee02b904d117" providerId="AD" clId="Web-{2AA76E56-D44D-3AE9-267A-0935DDD67B0D}" dt="2026-08-03T20:15:01.851" v="182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Joseba Jokin Lozano Iturrioz" userId="S::jlozano021@ikasle.ehu.eus::752657da-923c-4848-952d-ee02b904d117" providerId="AD" clId="Web-{2AA76E56-D44D-3AE9-267A-0935DDD67B0D}" dt="2026-08-03T19:55:35.727" v="3"/>
          <ac:spMkLst>
            <pc:docMk/>
            <pc:sldMk cId="109857222" sldId="256"/>
            <ac:spMk id="8" creationId="{081EA652-8C6A-4E69-BEB9-170809474553}"/>
          </ac:spMkLst>
        </pc:spChg>
        <pc:spChg chg="add del">
          <ac:chgData name="Joseba Jokin Lozano Iturrioz" userId="S::jlozano021@ikasle.ehu.eus::752657da-923c-4848-952d-ee02b904d117" providerId="AD" clId="Web-{2AA76E56-D44D-3AE9-267A-0935DDD67B0D}" dt="2026-08-03T19:55:35.727" v="3"/>
          <ac:spMkLst>
            <pc:docMk/>
            <pc:sldMk cId="109857222" sldId="256"/>
            <ac:spMk id="10" creationId="{5298780A-33B9-4EA2-8F67-DE68AD62841B}"/>
          </ac:spMkLst>
        </pc:spChg>
        <pc:spChg chg="add del">
          <ac:chgData name="Joseba Jokin Lozano Iturrioz" userId="S::jlozano021@ikasle.ehu.eus::752657da-923c-4848-952d-ee02b904d117" providerId="AD" clId="Web-{2AA76E56-D44D-3AE9-267A-0935DDD67B0D}" dt="2026-08-03T19:55:35.727" v="3"/>
          <ac:spMkLst>
            <pc:docMk/>
            <pc:sldMk cId="109857222" sldId="256"/>
            <ac:spMk id="12" creationId="{7F488E8B-4E1E-4402-8935-D4E6C02615C7}"/>
          </ac:spMkLst>
        </pc:spChg>
        <pc:spChg chg="add del">
          <ac:chgData name="Joseba Jokin Lozano Iturrioz" userId="S::jlozano021@ikasle.ehu.eus::752657da-923c-4848-952d-ee02b904d117" providerId="AD" clId="Web-{2AA76E56-D44D-3AE9-267A-0935DDD67B0D}" dt="2026-08-03T19:55:40.087" v="5"/>
          <ac:spMkLst>
            <pc:docMk/>
            <pc:sldMk cId="109857222" sldId="256"/>
            <ac:spMk id="14" creationId="{AC17DE74-01C9-4859-B65A-85CF999E8580}"/>
          </ac:spMkLst>
        </pc:spChg>
        <pc:spChg chg="add del">
          <ac:chgData name="Joseba Jokin Lozano Iturrioz" userId="S::jlozano021@ikasle.ehu.eus::752657da-923c-4848-952d-ee02b904d117" providerId="AD" clId="Web-{2AA76E56-D44D-3AE9-267A-0935DDD67B0D}" dt="2026-08-03T19:55:40.087" v="5"/>
          <ac:spMkLst>
            <pc:docMk/>
            <pc:sldMk cId="109857222" sldId="256"/>
            <ac:spMk id="15" creationId="{068C0432-0E90-4CC1-8CD3-D44A90DF07EF}"/>
          </ac:spMkLst>
        </pc:spChg>
        <pc:spChg chg="add">
          <ac:chgData name="Joseba Jokin Lozano Iturrioz" userId="S::jlozano021@ikasle.ehu.eus::752657da-923c-4848-952d-ee02b904d117" providerId="AD" clId="Web-{2AA76E56-D44D-3AE9-267A-0935DDD67B0D}" dt="2026-08-03T19:55:40.102" v="6"/>
          <ac:spMkLst>
            <pc:docMk/>
            <pc:sldMk cId="109857222" sldId="256"/>
            <ac:spMk id="17" creationId="{4BC99CB9-DDAD-44A2-8A1C-E3AF4E72DF5C}"/>
          </ac:spMkLst>
        </pc:spChg>
        <pc:spChg chg="add">
          <ac:chgData name="Joseba Jokin Lozano Iturrioz" userId="S::jlozano021@ikasle.ehu.eus::752657da-923c-4848-952d-ee02b904d117" providerId="AD" clId="Web-{2AA76E56-D44D-3AE9-267A-0935DDD67B0D}" dt="2026-08-03T19:55:40.102" v="6"/>
          <ac:spMkLst>
            <pc:docMk/>
            <pc:sldMk cId="109857222" sldId="256"/>
            <ac:spMk id="23" creationId="{64053CBF-3932-45FF-8285-EE5146085F3A}"/>
          </ac:spMkLst>
        </pc:spChg>
        <pc:grpChg chg="add">
          <ac:chgData name="Joseba Jokin Lozano Iturrioz" userId="S::jlozano021@ikasle.ehu.eus::752657da-923c-4848-952d-ee02b904d117" providerId="AD" clId="Web-{2AA76E56-D44D-3AE9-267A-0935DDD67B0D}" dt="2026-08-03T19:55:40.102" v="6"/>
          <ac:grpSpMkLst>
            <pc:docMk/>
            <pc:sldMk cId="109857222" sldId="256"/>
            <ac:grpSpMk id="18" creationId="{B63ACBA3-DEFD-4C6D-BBA0-64468FA99C2D}"/>
          </ac:grpSpMkLst>
        </pc:grpChg>
        <pc:grpChg chg="add">
          <ac:chgData name="Joseba Jokin Lozano Iturrioz" userId="S::jlozano021@ikasle.ehu.eus::752657da-923c-4848-952d-ee02b904d117" providerId="AD" clId="Web-{2AA76E56-D44D-3AE9-267A-0935DDD67B0D}" dt="2026-08-03T19:55:40.102" v="6"/>
          <ac:grpSpMkLst>
            <pc:docMk/>
            <pc:sldMk cId="109857222" sldId="256"/>
            <ac:grpSpMk id="24" creationId="{2E751C04-BEA6-446B-A678-9C74819EBD4C}"/>
          </ac:grpSpMkLst>
        </pc:grpChg>
      </pc:sldChg>
      <pc:sldChg chg="new del">
        <pc:chgData name="Joseba Jokin Lozano Iturrioz" userId="S::jlozano021@ikasle.ehu.eus::752657da-923c-4848-952d-ee02b904d117" providerId="AD" clId="Web-{2AA76E56-D44D-3AE9-267A-0935DDD67B0D}" dt="2026-08-03T19:56:08.290" v="11"/>
        <pc:sldMkLst>
          <pc:docMk/>
          <pc:sldMk cId="1765359936" sldId="257"/>
        </pc:sldMkLst>
      </pc:sldChg>
      <pc:sldChg chg="new del">
        <pc:chgData name="Joseba Jokin Lozano Iturrioz" userId="S::jlozano021@ikasle.ehu.eus::752657da-923c-4848-952d-ee02b904d117" providerId="AD" clId="Web-{2AA76E56-D44D-3AE9-267A-0935DDD67B0D}" dt="2026-08-03T19:56:08.759" v="12"/>
        <pc:sldMkLst>
          <pc:docMk/>
          <pc:sldMk cId="4032212506" sldId="258"/>
        </pc:sldMkLst>
      </pc:sldChg>
      <pc:sldChg chg="new del">
        <pc:chgData name="Joseba Jokin Lozano Iturrioz" userId="S::jlozano021@ikasle.ehu.eus::752657da-923c-4848-952d-ee02b904d117" providerId="AD" clId="Web-{2AA76E56-D44D-3AE9-267A-0935DDD67B0D}" dt="2026-08-03T19:56:09.274" v="13"/>
        <pc:sldMkLst>
          <pc:docMk/>
          <pc:sldMk cId="3931588917" sldId="259"/>
        </pc:sldMkLst>
      </pc:sldChg>
      <pc:sldChg chg="addSp delSp modSp add replId">
        <pc:chgData name="Joseba Jokin Lozano Iturrioz" userId="S::jlozano021@ikasle.ehu.eus::752657da-923c-4848-952d-ee02b904d117" providerId="AD" clId="Web-{2AA76E56-D44D-3AE9-267A-0935DDD67B0D}" dt="2026-08-03T20:27:41.021" v="285" actId="1076"/>
        <pc:sldMkLst>
          <pc:docMk/>
          <pc:sldMk cId="722516139" sldId="260"/>
        </pc:sldMkLst>
        <pc:spChg chg="del">
          <ac:chgData name="Joseba Jokin Lozano Iturrioz" userId="S::jlozano021@ikasle.ehu.eus::752657da-923c-4848-952d-ee02b904d117" providerId="AD" clId="Web-{2AA76E56-D44D-3AE9-267A-0935DDD67B0D}" dt="2026-08-03T20:04:49.719" v="131"/>
          <ac:spMkLst>
            <pc:docMk/>
            <pc:sldMk cId="722516139" sldId="260"/>
            <ac:spMk id="2" creationId="{6FD87E31-8C36-3286-02FB-523810A03731}"/>
          </ac:spMkLst>
        </pc:spChg>
        <pc:spChg chg="del">
          <ac:chgData name="Joseba Jokin Lozano Iturrioz" userId="S::jlozano021@ikasle.ehu.eus::752657da-923c-4848-952d-ee02b904d117" providerId="AD" clId="Web-{2AA76E56-D44D-3AE9-267A-0935DDD67B0D}" dt="2026-08-03T20:04:45.297" v="128"/>
          <ac:spMkLst>
            <pc:docMk/>
            <pc:sldMk cId="722516139" sldId="260"/>
            <ac:spMk id="3" creationId="{9AAC259F-E0AB-2E0E-D0A6-C31D7CC7E939}"/>
          </ac:spMkLst>
        </pc:spChg>
        <pc:spChg chg="add del mod">
          <ac:chgData name="Joseba Jokin Lozano Iturrioz" userId="S::jlozano021@ikasle.ehu.eus::752657da-923c-4848-952d-ee02b904d117" providerId="AD" clId="Web-{2AA76E56-D44D-3AE9-267A-0935DDD67B0D}" dt="2026-08-03T20:06:13.392" v="154"/>
          <ac:spMkLst>
            <pc:docMk/>
            <pc:sldMk cId="722516139" sldId="260"/>
            <ac:spMk id="6" creationId="{D0BCE022-7E9A-1565-54AB-77BBF021C654}"/>
          </ac:spMkLst>
        </pc:spChg>
        <pc:spChg chg="add mod">
          <ac:chgData name="Joseba Jokin Lozano Iturrioz" userId="S::jlozano021@ikasle.ehu.eus::752657da-923c-4848-952d-ee02b904d117" providerId="AD" clId="Web-{2AA76E56-D44D-3AE9-267A-0935DDD67B0D}" dt="2026-08-03T20:07:28.346" v="175" actId="20577"/>
          <ac:spMkLst>
            <pc:docMk/>
            <pc:sldMk cId="722516139" sldId="260"/>
            <ac:spMk id="7" creationId="{FC7E3EAF-A53F-40DF-9D09-72DE18587AB2}"/>
          </ac:spMkLst>
        </pc:spChg>
        <pc:graphicFrameChg chg="add mod ord modGraphic">
          <ac:chgData name="Joseba Jokin Lozano Iturrioz" userId="S::jlozano021@ikasle.ehu.eus::752657da-923c-4848-952d-ee02b904d117" providerId="AD" clId="Web-{2AA76E56-D44D-3AE9-267A-0935DDD67B0D}" dt="2026-08-03T20:27:41.021" v="285" actId="1076"/>
          <ac:graphicFrameMkLst>
            <pc:docMk/>
            <pc:sldMk cId="722516139" sldId="260"/>
            <ac:graphicFrameMk id="5" creationId="{1F44F97C-D818-8D26-E086-AFECA5298EF7}"/>
          </ac:graphicFrameMkLst>
        </pc:graphicFrameChg>
      </pc:sldChg>
      <pc:sldChg chg="delSp modSp add del replId">
        <pc:chgData name="Joseba Jokin Lozano Iturrioz" userId="S::jlozano021@ikasle.ehu.eus::752657da-923c-4848-952d-ee02b904d117" providerId="AD" clId="Web-{2AA76E56-D44D-3AE9-267A-0935DDD67B0D}" dt="2026-08-03T20:34:02.213" v="317" actId="1076"/>
        <pc:sldMkLst>
          <pc:docMk/>
          <pc:sldMk cId="821666269" sldId="261"/>
        </pc:sldMkLst>
        <pc:spChg chg="del">
          <ac:chgData name="Joseba Jokin Lozano Iturrioz" userId="S::jlozano021@ikasle.ehu.eus::752657da-923c-4848-952d-ee02b904d117" providerId="AD" clId="Web-{2AA76E56-D44D-3AE9-267A-0935DDD67B0D}" dt="2026-08-03T20:01:20.169" v="86"/>
          <ac:spMkLst>
            <pc:docMk/>
            <pc:sldMk cId="821666269" sldId="261"/>
            <ac:spMk id="2" creationId="{228F47C7-EB58-14FD-E426-B588BD6E2E25}"/>
          </ac:spMkLst>
        </pc:spChg>
        <pc:spChg chg="mod">
          <ac:chgData name="Joseba Jokin Lozano Iturrioz" userId="S::jlozano021@ikasle.ehu.eus::752657da-923c-4848-952d-ee02b904d117" providerId="AD" clId="Web-{2AA76E56-D44D-3AE9-267A-0935DDD67B0D}" dt="2026-08-03T20:34:02.213" v="317" actId="1076"/>
          <ac:spMkLst>
            <pc:docMk/>
            <pc:sldMk cId="821666269" sldId="261"/>
            <ac:spMk id="3" creationId="{0B1EEFF1-53EB-E250-2E8D-395BC2E0749F}"/>
          </ac:spMkLst>
        </pc:spChg>
      </pc:sldChg>
      <pc:sldChg chg="new del">
        <pc:chgData name="Joseba Jokin Lozano Iturrioz" userId="S::jlozano021@ikasle.ehu.eus::752657da-923c-4848-952d-ee02b904d117" providerId="AD" clId="Web-{2AA76E56-D44D-3AE9-267A-0935DDD67B0D}" dt="2026-08-03T20:54:40.042" v="374"/>
        <pc:sldMkLst>
          <pc:docMk/>
          <pc:sldMk cId="360615221" sldId="262"/>
        </pc:sldMkLst>
      </pc:sldChg>
      <pc:sldChg chg="addSp delSp modSp new del">
        <pc:chgData name="Joseba Jokin Lozano Iturrioz" userId="S::jlozano021@ikasle.ehu.eus::752657da-923c-4848-952d-ee02b904d117" providerId="AD" clId="Web-{2AA76E56-D44D-3AE9-267A-0935DDD67B0D}" dt="2026-08-03T20:54:36.933" v="373"/>
        <pc:sldMkLst>
          <pc:docMk/>
          <pc:sldMk cId="1987748664" sldId="263"/>
        </pc:sldMkLst>
        <pc:spChg chg="del">
          <ac:chgData name="Joseba Jokin Lozano Iturrioz" userId="S::jlozano021@ikasle.ehu.eus::752657da-923c-4848-952d-ee02b904d117" providerId="AD" clId="Web-{2AA76E56-D44D-3AE9-267A-0935DDD67B0D}" dt="2026-08-03T20:43:36.393" v="367"/>
          <ac:spMkLst>
            <pc:docMk/>
            <pc:sldMk cId="1987748664" sldId="263"/>
            <ac:spMk id="3" creationId="{613CFEEF-E1E8-DA11-4FC1-34D3D9B9CE07}"/>
          </ac:spMkLst>
        </pc:spChg>
        <pc:graphicFrameChg chg="add mod ord modGraphic">
          <ac:chgData name="Joseba Jokin Lozano Iturrioz" userId="S::jlozano021@ikasle.ehu.eus::752657da-923c-4848-952d-ee02b904d117" providerId="AD" clId="Web-{2AA76E56-D44D-3AE9-267A-0935DDD67B0D}" dt="2026-08-03T20:43:45.908" v="368" actId="1076"/>
          <ac:graphicFrameMkLst>
            <pc:docMk/>
            <pc:sldMk cId="1987748664" sldId="263"/>
            <ac:graphicFrameMk id="5" creationId="{0C0B0D56-54ED-E572-A526-4868B19512A6}"/>
          </ac:graphicFrameMkLst>
        </pc:graphicFrameChg>
      </pc:sldChg>
      <pc:sldChg chg="addSp delSp modSp add replId">
        <pc:chgData name="Joseba Jokin Lozano Iturrioz" userId="S::jlozano021@ikasle.ehu.eus::752657da-923c-4848-952d-ee02b904d117" providerId="AD" clId="Web-{2AA76E56-D44D-3AE9-267A-0935DDD67B0D}" dt="2026-08-03T20:31:01.945" v="312" actId="20577"/>
        <pc:sldMkLst>
          <pc:docMk/>
          <pc:sldMk cId="1446325354" sldId="264"/>
        </pc:sldMkLst>
        <pc:spChg chg="add mod">
          <ac:chgData name="Joseba Jokin Lozano Iturrioz" userId="S::jlozano021@ikasle.ehu.eus::752657da-923c-4848-952d-ee02b904d117" providerId="AD" clId="Web-{2AA76E56-D44D-3AE9-267A-0935DDD67B0D}" dt="2026-08-03T20:31:01.945" v="312" actId="20577"/>
          <ac:spMkLst>
            <pc:docMk/>
            <pc:sldMk cId="1446325354" sldId="264"/>
            <ac:spMk id="3" creationId="{A6A5F563-2AA8-BE7D-840E-56A4B9083737}"/>
          </ac:spMkLst>
        </pc:spChg>
        <pc:spChg chg="del">
          <ac:chgData name="Joseba Jokin Lozano Iturrioz" userId="S::jlozano021@ikasle.ehu.eus::752657da-923c-4848-952d-ee02b904d117" providerId="AD" clId="Web-{2AA76E56-D44D-3AE9-267A-0935DDD67B0D}" dt="2026-08-03T20:16:31.571" v="186"/>
          <ac:spMkLst>
            <pc:docMk/>
            <pc:sldMk cId="1446325354" sldId="264"/>
            <ac:spMk id="7" creationId="{55243787-A63B-604F-32BF-E8E5FB9C9615}"/>
          </ac:spMkLst>
        </pc:spChg>
        <pc:graphicFrameChg chg="del mod modGraphic">
          <ac:chgData name="Joseba Jokin Lozano Iturrioz" userId="S::jlozano021@ikasle.ehu.eus::752657da-923c-4848-952d-ee02b904d117" providerId="AD" clId="Web-{2AA76E56-D44D-3AE9-267A-0935DDD67B0D}" dt="2026-08-03T20:16:39.915" v="193"/>
          <ac:graphicFrameMkLst>
            <pc:docMk/>
            <pc:sldMk cId="1446325354" sldId="264"/>
            <ac:graphicFrameMk id="5" creationId="{2B738048-067A-5020-7155-6EC969FD50B3}"/>
          </ac:graphicFrameMkLst>
        </pc:graphicFrameChg>
      </pc:sldChg>
      <pc:sldChg chg="modSp add replId">
        <pc:chgData name="Joseba Jokin Lozano Iturrioz" userId="S::jlozano021@ikasle.ehu.eus::752657da-923c-4848-952d-ee02b904d117" providerId="AD" clId="Web-{2AA76E56-D44D-3AE9-267A-0935DDD67B0D}" dt="2026-08-03T20:21:04.437" v="200" actId="20577"/>
        <pc:sldMkLst>
          <pc:docMk/>
          <pc:sldMk cId="4096601201" sldId="265"/>
        </pc:sldMkLst>
        <pc:spChg chg="mod">
          <ac:chgData name="Joseba Jokin Lozano Iturrioz" userId="S::jlozano021@ikasle.ehu.eus::752657da-923c-4848-952d-ee02b904d117" providerId="AD" clId="Web-{2AA76E56-D44D-3AE9-267A-0935DDD67B0D}" dt="2026-08-03T20:21:04.437" v="200" actId="20577"/>
          <ac:spMkLst>
            <pc:docMk/>
            <pc:sldMk cId="4096601201" sldId="265"/>
            <ac:spMk id="3" creationId="{14E0DCDE-10C0-E72C-555C-E439C038DF99}"/>
          </ac:spMkLst>
        </pc:spChg>
      </pc:sldChg>
      <pc:sldChg chg="addSp delSp modSp add del replId">
        <pc:chgData name="Joseba Jokin Lozano Iturrioz" userId="S::jlozano021@ikasle.ehu.eus::752657da-923c-4848-952d-ee02b904d117" providerId="AD" clId="Web-{2AA76E56-D44D-3AE9-267A-0935DDD67B0D}" dt="2026-08-03T20:54:32.073" v="372"/>
        <pc:sldMkLst>
          <pc:docMk/>
          <pc:sldMk cId="841023749" sldId="266"/>
        </pc:sldMkLst>
        <pc:spChg chg="del mod">
          <ac:chgData name="Joseba Jokin Lozano Iturrioz" userId="S::jlozano021@ikasle.ehu.eus::752657da-923c-4848-952d-ee02b904d117" providerId="AD" clId="Web-{2AA76E56-D44D-3AE9-267A-0935DDD67B0D}" dt="2026-08-03T20:35:29.839" v="322"/>
          <ac:spMkLst>
            <pc:docMk/>
            <pc:sldMk cId="841023749" sldId="266"/>
            <ac:spMk id="3" creationId="{FF0D7DB0-5EF6-7B74-0E13-52D45B127DED}"/>
          </ac:spMkLst>
        </pc:spChg>
        <pc:graphicFrameChg chg="add mod ord modGraphic">
          <ac:chgData name="Joseba Jokin Lozano Iturrioz" userId="S::jlozano021@ikasle.ehu.eus::752657da-923c-4848-952d-ee02b904d117" providerId="AD" clId="Web-{2AA76E56-D44D-3AE9-267A-0935DDD67B0D}" dt="2026-08-03T20:36:00.621" v="364"/>
          <ac:graphicFrameMkLst>
            <pc:docMk/>
            <pc:sldMk cId="841023749" sldId="266"/>
            <ac:graphicFrameMk id="4" creationId="{200BAD88-AFC3-A5AC-6630-779FA4E19B47}"/>
          </ac:graphicFrameMkLst>
        </pc:graphicFrameChg>
      </pc:sldChg>
      <pc:sldChg chg="modSp add del replId">
        <pc:chgData name="Joseba Jokin Lozano Iturrioz" userId="S::jlozano021@ikasle.ehu.eus::752657da-923c-4848-952d-ee02b904d117" providerId="AD" clId="Web-{2AA76E56-D44D-3AE9-267A-0935DDD67B0D}" dt="2026-08-03T20:54:44.636" v="375"/>
        <pc:sldMkLst>
          <pc:docMk/>
          <pc:sldMk cId="3583392194" sldId="267"/>
        </pc:sldMkLst>
        <pc:spChg chg="mod">
          <ac:chgData name="Joseba Jokin Lozano Iturrioz" userId="S::jlozano021@ikasle.ehu.eus::752657da-923c-4848-952d-ee02b904d117" providerId="AD" clId="Web-{2AA76E56-D44D-3AE9-267A-0935DDD67B0D}" dt="2026-08-03T20:38:04.951" v="366" actId="20577"/>
          <ac:spMkLst>
            <pc:docMk/>
            <pc:sldMk cId="3583392194" sldId="267"/>
            <ac:spMk id="3" creationId="{90462EA2-E6D7-54A3-CB5D-A56750D7A395}"/>
          </ac:spMkLst>
        </pc:spChg>
      </pc:sldChg>
      <pc:sldChg chg="add replId">
        <pc:chgData name="Joseba Jokin Lozano Iturrioz" userId="S::jlozano021@ikasle.ehu.eus::752657da-923c-4848-952d-ee02b904d117" providerId="AD" clId="Web-{2AA76E56-D44D-3AE9-267A-0935DDD67B0D}" dt="2026-08-03T20:35:25.277" v="321"/>
        <pc:sldMkLst>
          <pc:docMk/>
          <pc:sldMk cId="2056857027" sldId="268"/>
        </pc:sldMkLst>
      </pc:sldChg>
      <pc:sldChg chg="add replId">
        <pc:chgData name="Joseba Jokin Lozano Iturrioz" userId="S::jlozano021@ikasle.ehu.eus::752657da-923c-4848-952d-ee02b904d117" providerId="AD" clId="Web-{2AA76E56-D44D-3AE9-267A-0935DDD67B0D}" dt="2026-08-03T20:43:57.034" v="369"/>
        <pc:sldMkLst>
          <pc:docMk/>
          <pc:sldMk cId="2674903880" sldId="269"/>
        </pc:sldMkLst>
      </pc:sldChg>
      <pc:sldChg chg="add replId">
        <pc:chgData name="Joseba Jokin Lozano Iturrioz" userId="S::jlozano021@ikasle.ehu.eus::752657da-923c-4848-952d-ee02b904d117" providerId="AD" clId="Web-{2AA76E56-D44D-3AE9-267A-0935DDD67B0D}" dt="2026-08-03T20:43:59.784" v="370"/>
        <pc:sldMkLst>
          <pc:docMk/>
          <pc:sldMk cId="2759788401" sldId="270"/>
        </pc:sldMkLst>
      </pc:sldChg>
      <pc:sldChg chg="add replId">
        <pc:chgData name="Joseba Jokin Lozano Iturrioz" userId="S::jlozano021@ikasle.ehu.eus::752657da-923c-4848-952d-ee02b904d117" providerId="AD" clId="Web-{2AA76E56-D44D-3AE9-267A-0935DDD67B0D}" dt="2026-08-03T20:44:01.127" v="371"/>
        <pc:sldMkLst>
          <pc:docMk/>
          <pc:sldMk cId="3334783228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42028" y="185336"/>
            <a:ext cx="11258642" cy="6533940"/>
          </a:xfrm>
        </p:spPr>
        <p:txBody>
          <a:bodyPr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highlight>
                  <a:srgbClr val="FFFF00"/>
                </a:highlight>
              </a:rPr>
              <a:t>Core Value </a:t>
            </a:r>
            <a:r>
              <a:rPr lang="en-US" sz="2400" b="1">
                <a:solidFill>
                  <a:srgbClr val="1F1F1F"/>
                </a:solidFill>
                <a:highlight>
                  <a:srgbClr val="FFFF00"/>
                </a:highlight>
              </a:rPr>
              <a:t>Proposition - Universal</a:t>
            </a:r>
            <a:r>
              <a:rPr lang="en-US" sz="2400" b="1" dirty="0">
                <a:solidFill>
                  <a:srgbClr val="1F1F1F"/>
                </a:solidFill>
                <a:highlight>
                  <a:srgbClr val="FFFF00"/>
                </a:highlight>
              </a:rPr>
              <a:t> Logistics Edge Infrastructure Solution</a:t>
            </a:r>
            <a:endParaRPr lang="en-US" sz="24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400" b="1" i="1">
                <a:solidFill>
                  <a:srgbClr val="1F1F1F"/>
                </a:solidFill>
              </a:rPr>
              <a:t>Decoupling Trade Corridor Velocity from Capital-Heavy Physical Infrastructure</a:t>
            </a:r>
            <a:endParaRPr lang="en-US" sz="2400"/>
          </a:p>
          <a:p>
            <a:pPr marL="0" indent="0">
              <a:buNone/>
            </a:pPr>
            <a:endParaRPr lang="en-US" sz="2400" b="1" dirty="0">
              <a:solidFill>
                <a:srgbClr val="1F1F1F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</a:rPr>
              <a:t>The Executive Core </a:t>
            </a:r>
            <a:r>
              <a:rPr lang="en-US" sz="2400" b="1">
                <a:solidFill>
                  <a:srgbClr val="1F1F1F"/>
                </a:solidFill>
              </a:rPr>
              <a:t>Project</a:t>
            </a:r>
            <a:endParaRPr lang="en-US" sz="2400"/>
          </a:p>
          <a:p>
            <a:pPr marL="0" indent="0">
              <a:buNone/>
            </a:pPr>
            <a:r>
              <a:rPr lang="en-US" sz="2400" i="1">
                <a:solidFill>
                  <a:srgbClr val="1F1F1F"/>
                </a:solidFill>
                <a:ea typeface="+mn-lt"/>
                <a:cs typeface="+mn-lt"/>
              </a:rPr>
              <a:t>"We are building an ultra-fast software clearing engine for freight borders. It takes camera, radio, and scale data, checks it in under half a second, lets compliant trucks skip the 40-hour queue, and saves logistics companies money—all tracked on a live digital twin dashboard."</a:t>
            </a:r>
          </a:p>
          <a:p>
            <a:pPr marL="0" indent="0">
              <a:buNone/>
            </a:pPr>
            <a:endParaRPr lang="en-US" sz="2400" b="1" dirty="0">
              <a:solidFill>
                <a:srgbClr val="1F1F1F"/>
              </a:solidFill>
              <a:latin typeface="Aptos"/>
              <a:cs typeface="Arial"/>
            </a:endParaRPr>
          </a:p>
          <a:p>
            <a:r>
              <a:rPr lang="en-US" sz="2400" b="1">
                <a:solidFill>
                  <a:srgbClr val="1F1F1F"/>
                </a:solidFill>
                <a:latin typeface="Arial"/>
                <a:cs typeface="Arial"/>
              </a:rPr>
              <a:t>The Strategic Shift:</a:t>
            </a:r>
            <a:r>
              <a:rPr lang="en-US" sz="2400">
                <a:solidFill>
                  <a:srgbClr val="1F1F1F"/>
                </a:solidFill>
                <a:latin typeface="Arial"/>
                <a:cs typeface="Arial"/>
              </a:rPr>
              <a:t> Traditional trade corridor modernization fails because it relies on expensive, multi-year civil engineering and physical border construction.</a:t>
            </a:r>
            <a:endParaRPr lang="en-US" sz="2400"/>
          </a:p>
          <a:p>
            <a:endParaRPr lang="en-US" sz="2400" b="1" dirty="0">
              <a:solidFill>
                <a:srgbClr val="1F1F1F"/>
              </a:solidFill>
              <a:latin typeface="Arial"/>
              <a:cs typeface="Arial"/>
            </a:endParaRPr>
          </a:p>
          <a:p>
            <a:r>
              <a:rPr lang="en-US" sz="2400" b="1">
                <a:solidFill>
                  <a:srgbClr val="1F1F1F"/>
                </a:solidFill>
                <a:latin typeface="Arial"/>
                <a:cs typeface="Arial"/>
              </a:rPr>
              <a:t>The Unique Value Proposition (UVP):</a:t>
            </a:r>
            <a:r>
              <a:rPr lang="en-US" sz="2400">
                <a:solidFill>
                  <a:srgbClr val="1F1F1F"/>
                </a:solidFill>
                <a:latin typeface="Arial"/>
                <a:cs typeface="Arial"/>
              </a:rPr>
              <a:t> We deploy an </a:t>
            </a:r>
            <a:r>
              <a:rPr lang="en-US" sz="2400" b="1">
                <a:solidFill>
                  <a:srgbClr val="1F1F1F"/>
                </a:solidFill>
                <a:latin typeface="Arial"/>
                <a:cs typeface="Arial"/>
              </a:rPr>
              <a:t>asset-light software overlay</a:t>
            </a:r>
            <a:r>
              <a:rPr lang="en-US" sz="240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1F1F1F"/>
                </a:solidFill>
                <a:latin typeface="Arial"/>
                <a:cs typeface="Arial"/>
              </a:rPr>
              <a:t>that accelerates data velocity at existing border checkpoints.</a:t>
            </a:r>
            <a:endParaRPr lang="en-US" sz="2400"/>
          </a:p>
          <a:p>
            <a:endParaRPr lang="en-US" sz="2400" b="1" dirty="0">
              <a:solidFill>
                <a:srgbClr val="1F1F1F"/>
              </a:solidFill>
              <a:latin typeface="Arial"/>
              <a:cs typeface="Arial"/>
            </a:endParaRPr>
          </a:p>
          <a:p>
            <a:r>
              <a:rPr lang="en-US" sz="2400" b="1">
                <a:solidFill>
                  <a:srgbClr val="1F1F1F"/>
                </a:solidFill>
                <a:latin typeface="Arial"/>
                <a:cs typeface="Arial"/>
              </a:rPr>
              <a:t>The Core Outcome:</a:t>
            </a:r>
            <a:r>
              <a:rPr lang="en-US" sz="2400">
                <a:solidFill>
                  <a:srgbClr val="1F1F1F"/>
                </a:solidFill>
                <a:latin typeface="Arial"/>
                <a:cs typeface="Arial"/>
              </a:rPr>
              <a:t> Converts high-variance manual queue latencies into a predictable, sub-30-second express lane without spending a single euro on physical state civil infrastructure.</a:t>
            </a:r>
            <a:endParaRPr lang="en-US" sz="2400"/>
          </a:p>
          <a:p>
            <a:endParaRPr lang="en-US" sz="2400" i="1" dirty="0">
              <a:solidFill>
                <a:srgbClr val="1F1F1F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i="1">
                <a:solidFill>
                  <a:srgbClr val="1F1F1F"/>
                </a:solidFill>
                <a:ea typeface="+mn-lt"/>
                <a:cs typeface="+mn-lt"/>
              </a:rPr>
              <a:t>"We don't build physical roads or buy heavy hardware. We turn fragmented edge sensor data into immediate trade velocity and verified carbon assets."</a:t>
            </a:r>
            <a:endParaRPr lang="en-US" sz="240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A6FEE-0D52-D366-3FB7-C665ACA1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E5366EC-630B-0380-D166-5853489F6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93939D-7B9F-F2D7-D70F-CC89A1C73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76D4DC-5DB6-51EC-2C85-67DAC233A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0322A5-947E-C85B-F5DC-E84E8F518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361298D-3C33-C496-9E4A-FFF6B76EB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55B9BA2-9182-1F04-A42D-619C79119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374D3D-ED39-5DBA-4FD6-6E75F6C63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B1EEFF1-53EB-E250-2E8D-395BC2E07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703" y="174293"/>
            <a:ext cx="11036924" cy="690729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1F1F1F"/>
                </a:solidFill>
                <a:highlight>
                  <a:srgbClr val="FFFF00"/>
                </a:highlight>
              </a:rPr>
              <a:t>The Core Problem (Why Traditional Infrastructure Fails)</a:t>
            </a:r>
            <a:endParaRPr lang="en-US" sz="2000"/>
          </a:p>
          <a:p>
            <a:pPr marL="0" indent="0">
              <a:lnSpc>
                <a:spcPct val="70000"/>
              </a:lnSpc>
              <a:buNone/>
            </a:pPr>
            <a:r>
              <a:rPr lang="en-US" sz="2000" b="1" i="1">
                <a:solidFill>
                  <a:srgbClr val="1F1F1F"/>
                </a:solidFill>
              </a:rPr>
              <a:t>The Friction Engine at Trade Bottlenecks Understanding the Structural Imbalance Behind Corridor Delays</a:t>
            </a:r>
          </a:p>
          <a:p>
            <a:endParaRPr lang="en-US" sz="2000" b="1" dirty="0">
              <a:solidFill>
                <a:srgbClr val="1F1F1F"/>
              </a:solidFill>
            </a:endParaRPr>
          </a:p>
          <a:p>
            <a:pPr marL="0" indent="0">
              <a:buNone/>
            </a:pPr>
            <a:r>
              <a:rPr lang="en-US" sz="2000" b="1">
                <a:solidFill>
                  <a:srgbClr val="1F1F1F"/>
                </a:solidFill>
              </a:rPr>
              <a:t>Why the Rationale Works</a:t>
            </a:r>
            <a:endParaRPr lang="en-US" sz="2000" b="1" dirty="0">
              <a:solidFill>
                <a:srgbClr val="1F1F1F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1F1F1F"/>
              </a:solidFill>
              <a:latin typeface="Aptos"/>
              <a:cs typeface="Arial"/>
            </a:endParaRPr>
          </a:p>
          <a:p>
            <a:r>
              <a:rPr lang="en-US" sz="2000" b="1" dirty="0">
                <a:solidFill>
                  <a:srgbClr val="1F1F1F"/>
                </a:solidFill>
                <a:latin typeface="Arial"/>
                <a:cs typeface="Arial"/>
              </a:rPr>
              <a:t>The Physical Trap:</a:t>
            </a:r>
            <a:r>
              <a:rPr lang="en-US" sz="2000" dirty="0">
                <a:solidFill>
                  <a:srgbClr val="1F1F1F"/>
                </a:solidFill>
                <a:latin typeface="Arial"/>
                <a:cs typeface="Arial"/>
              </a:rPr>
              <a:t> State ministries attempt to solve border congestion by expanding physical lanes—a process hampered by multi-year procurement delays, high </a:t>
            </a:r>
            <a:r>
              <a:rPr lang="en-US" sz="2000" dirty="0" err="1">
                <a:solidFill>
                  <a:srgbClr val="1F1F1F"/>
                </a:solidFill>
                <a:latin typeface="Arial"/>
                <a:cs typeface="Arial"/>
              </a:rPr>
              <a:t>CapEx</a:t>
            </a:r>
            <a:r>
              <a:rPr lang="en-US" sz="2000" dirty="0">
                <a:solidFill>
                  <a:srgbClr val="1F1F1F"/>
                </a:solidFill>
                <a:latin typeface="Arial"/>
                <a:cs typeface="Arial"/>
              </a:rPr>
              <a:t>, and political turnover.</a:t>
            </a:r>
            <a:endParaRPr lang="en-US" sz="2000"/>
          </a:p>
          <a:p>
            <a:endParaRPr lang="en-US" sz="2000" b="1" dirty="0">
              <a:solidFill>
                <a:srgbClr val="1F1F1F"/>
              </a:solidFill>
              <a:latin typeface="Arial"/>
              <a:cs typeface="Arial"/>
            </a:endParaRPr>
          </a:p>
          <a:p>
            <a:r>
              <a:rPr lang="en-US" sz="2000" b="1">
                <a:solidFill>
                  <a:srgbClr val="1F1F1F"/>
                </a:solidFill>
                <a:latin typeface="Arial"/>
                <a:cs typeface="Arial"/>
              </a:rPr>
              <a:t>The Real Bottleneck:</a:t>
            </a:r>
            <a:r>
              <a:rPr lang="en-US" sz="2000">
                <a:solidFill>
                  <a:srgbClr val="1F1F1F"/>
                </a:solidFill>
                <a:latin typeface="Arial"/>
                <a:cs typeface="Arial"/>
              </a:rPr>
              <a:t> The friction isn't physical land; it's </a:t>
            </a:r>
            <a:r>
              <a:rPr lang="en-US" sz="2000" b="1">
                <a:solidFill>
                  <a:srgbClr val="1F1F1F"/>
                </a:solidFill>
                <a:latin typeface="Arial"/>
                <a:cs typeface="Arial"/>
              </a:rPr>
              <a:t>data fragmentation at the edge</a:t>
            </a:r>
            <a:r>
              <a:rPr lang="en-US" sz="2000">
                <a:solidFill>
                  <a:srgbClr val="1F1F1F"/>
                </a:solidFill>
                <a:latin typeface="Arial"/>
                <a:cs typeface="Arial"/>
              </a:rPr>
              <a:t>. Optical character recognition (OCR) cameras, RFID gates, and Weigh-in-Motion (WIM) scales operate as disconnected silos, forcing manual administrative validation.</a:t>
            </a:r>
            <a:endParaRPr lang="en-US" sz="2000"/>
          </a:p>
          <a:p>
            <a:endParaRPr lang="en-US" sz="2000" b="1" dirty="0">
              <a:solidFill>
                <a:srgbClr val="1F1F1F"/>
              </a:solidFill>
              <a:latin typeface="Arial"/>
              <a:cs typeface="Arial"/>
            </a:endParaRPr>
          </a:p>
          <a:p>
            <a:r>
              <a:rPr lang="en-US" sz="2000" b="1">
                <a:solidFill>
                  <a:srgbClr val="1F1F1F"/>
                </a:solidFill>
                <a:latin typeface="Arial"/>
                <a:cs typeface="Arial"/>
              </a:rPr>
              <a:t>The Unmonetized Asset Class:</a:t>
            </a:r>
            <a:r>
              <a:rPr lang="en-US" sz="2000">
                <a:solidFill>
                  <a:srgbClr val="1F1F1F"/>
                </a:solidFill>
                <a:latin typeface="Arial"/>
                <a:cs typeface="Arial"/>
              </a:rPr>
              <a:t> Stationary idling waste—depreciating vehicles, exhausted drivers, and continuous diesel reefer burn—is not an inevitable cost of transport. It is an unmonetized asset class that software can actively recover and monetize.</a:t>
            </a:r>
            <a:endParaRPr lang="en-US" sz="2000"/>
          </a:p>
          <a:p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D3D9AF-039C-16DD-6594-597EB6C79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8F19554-4485-7505-7172-1517236F0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431F977-DFF0-A338-83AB-47BCE0A9E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0BB6B9A-4691-5B66-535A-45CB6B7CE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2BEA79A-775D-FBAB-A032-8F6F78F6C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21666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462C3-B10F-8B4A-21BD-9C2673A3D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D5CE758-7E72-648F-5079-2BA7A5D69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1AA95B-8C66-72B0-6985-51D92580D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110D53-3E7D-1A3D-5700-DF547149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0C3C98-258F-AB27-0A05-D5644557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110BC2C-7B6A-2B0B-64B5-0C279E213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08AB75-E391-A31D-ACC3-4062E4088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EB6F0E7-B69C-0B67-EB3E-B6D94DD19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44F97C-D818-8D26-E086-AFECA5298E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703167"/>
              </p:ext>
            </p:extLst>
          </p:nvPr>
        </p:nvGraphicFramePr>
        <p:xfrm>
          <a:off x="209827" y="1214782"/>
          <a:ext cx="11746400" cy="51986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660">
                  <a:extLst>
                    <a:ext uri="{9D8B030D-6E8A-4147-A177-3AD203B41FA5}">
                      <a16:colId xmlns:a16="http://schemas.microsoft.com/office/drawing/2014/main" val="342647560"/>
                    </a:ext>
                  </a:extLst>
                </a:gridCol>
                <a:gridCol w="3122486">
                  <a:extLst>
                    <a:ext uri="{9D8B030D-6E8A-4147-A177-3AD203B41FA5}">
                      <a16:colId xmlns:a16="http://schemas.microsoft.com/office/drawing/2014/main" val="3867368424"/>
                    </a:ext>
                  </a:extLst>
                </a:gridCol>
                <a:gridCol w="3421555">
                  <a:extLst>
                    <a:ext uri="{9D8B030D-6E8A-4147-A177-3AD203B41FA5}">
                      <a16:colId xmlns:a16="http://schemas.microsoft.com/office/drawing/2014/main" val="2994074337"/>
                    </a:ext>
                  </a:extLst>
                </a:gridCol>
                <a:gridCol w="2745699">
                  <a:extLst>
                    <a:ext uri="{9D8B030D-6E8A-4147-A177-3AD203B41FA5}">
                      <a16:colId xmlns:a16="http://schemas.microsoft.com/office/drawing/2014/main" val="571988663"/>
                    </a:ext>
                  </a:extLst>
                </a:gridCol>
              </a:tblGrid>
              <a:tr h="772448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i="1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Canvas Pillar</a:t>
                      </a:r>
                      <a:endParaRPr lang="en-US" sz="1800" i="1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i="1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Core Ecosystem Target</a:t>
                      </a:r>
                      <a:endParaRPr lang="en-US" sz="1800" i="1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i="1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Strategic Rationale &amp; Value Delivered</a:t>
                      </a:r>
                      <a:endParaRPr lang="en-US" sz="1800" i="1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i="1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Monetization &amp; Alignment Link</a:t>
                      </a:r>
                      <a:endParaRPr lang="en-US" sz="1800" i="1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68553"/>
                  </a:ext>
                </a:extLst>
              </a:tr>
              <a:tr h="1118317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i="1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Sovereign Foundations</a:t>
                      </a:r>
                      <a:endParaRPr lang="en-US" sz="1800" i="1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B2G Transport Ministries &amp; Customs Agencies</a:t>
                      </a:r>
                      <a:endParaRPr lang="en-US" sz="1400">
                        <a:effectLst/>
                      </a:endParaRPr>
                    </a:p>
                    <a:p>
                      <a:pPr fontAlgn="t">
                        <a:buNone/>
                      </a:pPr>
                      <a:br>
                        <a:rPr lang="en-US" dirty="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Provides an visual GIS dashboard overlay to monitor corridor throughput without altering live state database backends.</a:t>
                      </a: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R.2 Annual SaaS Licenses</a:t>
                      </a:r>
                      <a:r>
                        <a:rPr lang="en-US" sz="1400" b="0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 &amp; </a:t>
                      </a:r>
                      <a:r>
                        <a:rPr lang="en-US" sz="1400" b="1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R.3 Governance Retainers</a:t>
                      </a:r>
                      <a:r>
                        <a:rPr lang="en-US" sz="14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 </a:t>
                      </a:r>
                      <a:r>
                        <a:rPr lang="en-US" sz="1400" b="0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funded via regional IT budgets.</a:t>
                      </a: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982417"/>
                  </a:ext>
                </a:extLst>
              </a:tr>
              <a:tr h="1118317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i="1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Macro-Logistics &amp; Fleets</a:t>
                      </a:r>
                      <a:endParaRPr lang="en-US" sz="1800" i="1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B2B Commercial Carriers &amp; 3PL Operators</a:t>
                      </a:r>
                      <a:endParaRPr lang="en-US" sz="1400">
                        <a:effectLst/>
                      </a:endParaRPr>
                    </a:p>
                    <a:p>
                      <a:pPr fontAlgn="t">
                        <a:buNone/>
                      </a:pPr>
                      <a:br>
                        <a:rPr lang="en-US" dirty="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Eliminates hours of queue delays, recovering driver duty hours and preventing tractor/trailer asset depreciation.</a:t>
                      </a: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R.4 Fast-Lane Pre-Auth Micro-Fees</a:t>
                      </a:r>
                      <a:r>
                        <a:rPr lang="en-US" sz="14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 </a:t>
                      </a:r>
                      <a:r>
                        <a:rPr lang="en-US" sz="1400" b="0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cleared weekly through logistics clearinghouses.</a:t>
                      </a: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04003"/>
                  </a:ext>
                </a:extLst>
              </a:tr>
              <a:tr h="1118317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i="1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Corporate ESG Mandates</a:t>
                      </a:r>
                      <a:endParaRPr lang="en-US" sz="1800" i="1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Multinational Shippers &amp; Retail Brands</a:t>
                      </a:r>
                      <a:endParaRPr lang="en-US" sz="1400">
                        <a:effectLst/>
                      </a:endParaRPr>
                    </a:p>
                    <a:p>
                      <a:pPr fontAlgn="t">
                        <a:buNone/>
                      </a:pPr>
                      <a:br>
                        <a:rPr lang="en-US" dirty="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Satisfies statutory Corporate Sustainability Due Diligence Directives (EU CSDDD) via automated Scope 3 compliance certificates.</a:t>
                      </a: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R.5 Green-Credit Audit Fees</a:t>
                      </a:r>
                      <a:r>
                        <a:rPr lang="en-US" sz="14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 </a:t>
                      </a:r>
                      <a:r>
                        <a:rPr lang="en-US" sz="1400" b="0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capturing non-discretionary corporate ESG compliance budgets.</a:t>
                      </a: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055601"/>
                  </a:ext>
                </a:extLst>
              </a:tr>
              <a:tr h="1071217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i="1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Waste Management &amp; Carbon</a:t>
                      </a:r>
                      <a:endParaRPr lang="en-US" sz="1800" i="1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Compliance Carbon Markets (EU ETS Buyers)</a:t>
                      </a:r>
                      <a:endParaRPr lang="en-US" sz="1400">
                        <a:effectLst/>
                      </a:endParaRPr>
                    </a:p>
                    <a:p>
                      <a:pPr fontAlgn="t">
                        <a:buNone/>
                      </a:pPr>
                      <a:br>
                        <a:rPr lang="en-US" dirty="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Converts physical reefer diesel fuel burn mitigation into verified, compliance-grade carbon asset blocks.</a:t>
                      </a: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R.6 Carbon Offset Liquidation</a:t>
                      </a:r>
                      <a:r>
                        <a:rPr lang="en-US" sz="14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 </a:t>
                      </a:r>
                      <a:r>
                        <a:rPr lang="en-US" sz="1400" b="0" i="0" u="none" strike="noStrike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sold directly to Eurozone industrial buyers.</a:t>
                      </a:r>
                      <a:endParaRPr lang="en-US" sz="14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32185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CE25EF16-74A1-7C4A-459D-2893482C8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9205EBA-7EB6-7D7A-F964-76749DD7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C0BD7A9-704B-6320-0A91-9C2270153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F143057-EF5A-2E5E-40CA-E40E192D1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080E70A-08B5-60B6-940B-30403A6EF8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C7E3EAF-A53F-40DF-9D09-72DE18587AB2}"/>
              </a:ext>
            </a:extLst>
          </p:cNvPr>
          <p:cNvSpPr txBox="1"/>
          <p:nvPr/>
        </p:nvSpPr>
        <p:spPr>
          <a:xfrm>
            <a:off x="132522" y="5522"/>
            <a:ext cx="12070521" cy="16101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 b="1">
                <a:solidFill>
                  <a:srgbClr val="1F1F1F"/>
                </a:solidFill>
                <a:highlight>
                  <a:srgbClr val="FFFF00"/>
                </a:highlight>
              </a:rPr>
              <a:t>Digital Sustainability Canvas (DSC)​The Sovereign &amp; Commercial Alignment Engine</a:t>
            </a:r>
            <a:r>
              <a:rPr lang="en-US" sz="2200" b="1" dirty="0">
                <a:solidFill>
                  <a:srgbClr val="1F1F1F"/>
                </a:solidFill>
                <a:highlight>
                  <a:srgbClr val="FFFF00"/>
                </a:highlight>
              </a:rPr>
              <a:t>​</a:t>
            </a:r>
          </a:p>
          <a:p>
            <a:pPr>
              <a:lnSpc>
                <a:spcPts val="1275"/>
              </a:lnSpc>
            </a:pPr>
            <a:endParaRPr lang="en-US" sz="2200" b="1" i="1" dirty="0">
              <a:solidFill>
                <a:srgbClr val="1F1F1F"/>
              </a:solidFill>
            </a:endParaRPr>
          </a:p>
          <a:p>
            <a:pPr algn="l">
              <a:lnSpc>
                <a:spcPts val="1275"/>
              </a:lnSpc>
            </a:pPr>
            <a:r>
              <a:rPr lang="en-US" sz="2200" b="1" i="1">
                <a:solidFill>
                  <a:srgbClr val="1F1F1F"/>
                </a:solidFill>
              </a:rPr>
              <a:t>Mapping Multi-Tenant Value Across Public, Fleet, and Corporate Ecosystems​</a:t>
            </a:r>
            <a:endParaRPr lang="en-US"/>
          </a:p>
          <a:p>
            <a:pPr algn="l" rtl="0">
              <a:lnSpc>
                <a:spcPts val="1425"/>
              </a:lnSpc>
            </a:pPr>
            <a:r>
              <a:rPr lang="en-US" sz="2200" b="1" i="1">
                <a:solidFill>
                  <a:srgbClr val="1F1F1F"/>
                </a:solidFill>
              </a:rPr>
              <a:t>​</a:t>
            </a:r>
            <a:br>
              <a:rPr lang="en-US" sz="1400" b="0" i="0" dirty="0">
                <a:latin typeface="Aptos"/>
                <a:ea typeface="Segoe UI"/>
                <a:cs typeface="Segoe UI"/>
              </a:rPr>
            </a:br>
            <a:endParaRPr lang="en-US" sz="1400" b="0" i="0">
              <a:solidFill>
                <a:srgbClr val="000000"/>
              </a:solidFill>
              <a:latin typeface="Google Sans"/>
              <a:ea typeface="Segoe UI"/>
              <a:cs typeface="Segoe UI"/>
            </a:endParaRPr>
          </a:p>
          <a:p>
            <a:pPr algn="l" rtl="0">
              <a:lnSpc>
                <a:spcPts val="1875"/>
              </a:lnSpc>
            </a:pP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16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C09C5-0FC5-58AF-0D97-90A1FCF97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64D7C4F-2ACB-D84B-6C32-EB8FC3E9D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1280DF-1D8C-084F-577F-4CDFC8906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62FE77-A494-6359-83DB-E604434E0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28D6C2-44CF-A17F-FB9C-003A32B50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F06DB35-341C-F705-FF2E-FB43EC0DC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0F89819-868A-F058-151C-76DF34098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4ABE0D-5963-C30F-BFF4-538927612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D56B9A-CAB4-2FB4-F29F-6A5189A5F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262DF01-369E-E355-FA30-76C62EDD5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03AAFF4-2F81-4A78-8CFB-90E0DCB13C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503C0B7-4753-1447-3E4A-BA76E0355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0C6695-DF96-FED6-81AE-C6FBF5650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5F563-2AA8-BE7D-840E-56A4B9083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74" y="135974"/>
            <a:ext cx="11642034" cy="632811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1F1F1F"/>
                </a:solidFill>
                <a:highlight>
                  <a:srgbClr val="FFFF00"/>
                </a:highlight>
              </a:rPr>
              <a:t>How Does It Work in Real Life? (The 3 Logic Gates)</a:t>
            </a:r>
            <a:endParaRPr lang="en-US" sz="2000"/>
          </a:p>
          <a:p>
            <a:pPr marL="0" indent="0">
              <a:buNone/>
            </a:pPr>
            <a:endParaRPr lang="en-US" sz="2000" dirty="0">
              <a:solidFill>
                <a:srgbClr val="1F1F1F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solidFill>
                  <a:srgbClr val="1F1F1F"/>
                </a:solidFill>
                <a:ea typeface="+mn-lt"/>
                <a:cs typeface="+mn-lt"/>
              </a:rPr>
              <a:t>Think of our software as an automated airport express lane for freight trucks. As a truck drives up to the checkpoint at normal speed, three things happen automatically:</a:t>
            </a:r>
            <a:endParaRPr lang="en-US" sz="2000"/>
          </a:p>
          <a:p>
            <a:pPr marL="0" indent="0">
              <a:buNone/>
            </a:pPr>
            <a:r>
              <a:rPr lang="en-US" sz="2200" b="1">
                <a:solidFill>
                  <a:srgbClr val="1F1F1F"/>
                </a:solidFill>
              </a:rPr>
              <a:t>Gate 1: Who Are You? (Identity Match)</a:t>
            </a:r>
            <a:endParaRPr lang="en-US" sz="2200"/>
          </a:p>
          <a:p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The Tech: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 High-speed cameras (</a:t>
            </a:r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OCR Feed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) read the truck’s license plate, while a radio scanner (</a:t>
            </a:r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RFID Scan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) reads a digital tag on the truck's windshield or driver's badge.</a:t>
            </a:r>
            <a:endParaRPr lang="en-US" sz="1600"/>
          </a:p>
          <a:p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What our software does: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 It instantly matches the license plate to the digital tag. If they match, Gate 1 turns </a:t>
            </a:r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GREEN</a:t>
            </a:r>
            <a:r>
              <a:rPr lang="en-US" sz="160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(Pass). If not, it flags a security alert.</a:t>
            </a:r>
            <a:endParaRPr lang="en-US" sz="1600"/>
          </a:p>
          <a:p>
            <a:pPr marL="0" indent="0">
              <a:buNone/>
            </a:pPr>
            <a:r>
              <a:rPr lang="en-US" sz="2200" b="1">
                <a:solidFill>
                  <a:srgbClr val="1F1F1F"/>
                </a:solidFill>
              </a:rPr>
              <a:t>Gate 2: Are You Overweight or Carrying Contraband? (Weigh-In-Motion)</a:t>
            </a:r>
            <a:endParaRPr lang="en-US" sz="2200"/>
          </a:p>
          <a:p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The Tech: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 The truck drives over smart scales embedded in the road (</a:t>
            </a:r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WIM Scales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) that weigh the truck while it is still moving.</a:t>
            </a:r>
            <a:endParaRPr lang="en-US" sz="1600"/>
          </a:p>
          <a:p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What our software does: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 Our system compares the live scale weight against the weight declared on the truck's digital cargo manifest. If the weight is within 5%, Gate 2 turns </a:t>
            </a:r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GREEN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 (Pass). If it’s way off, it flags a weight anomaly (maybe they added illegal cargo or misreported).</a:t>
            </a:r>
            <a:endParaRPr lang="en-US" sz="1600"/>
          </a:p>
          <a:p>
            <a:pPr marL="0" indent="0">
              <a:buNone/>
            </a:pPr>
            <a:r>
              <a:rPr lang="en-US" sz="2200" b="1">
                <a:solidFill>
                  <a:srgbClr val="1F1F1F"/>
                </a:solidFill>
              </a:rPr>
              <a:t>Gate 3: Are Your Taxes &amp; Customs Paid? (Compliance)</a:t>
            </a:r>
            <a:endParaRPr lang="en-US" sz="2200"/>
          </a:p>
          <a:p>
            <a:r>
              <a:rPr lang="en-US" sz="1600" b="1" dirty="0">
                <a:solidFill>
                  <a:srgbClr val="1F1F1F"/>
                </a:solidFill>
                <a:latin typeface="Arial"/>
                <a:cs typeface="Arial"/>
              </a:rPr>
              <a:t>The Tech:</a:t>
            </a:r>
            <a:r>
              <a:rPr lang="en-US" sz="1600" dirty="0">
                <a:solidFill>
                  <a:srgbClr val="1F1F1F"/>
                </a:solidFill>
                <a:latin typeface="Arial"/>
                <a:cs typeface="Arial"/>
              </a:rPr>
              <a:t> A digital ledger checks the customs database hash (</a:t>
            </a:r>
            <a:r>
              <a:rPr lang="en-US" sz="1600" dirty="0" err="1">
                <a:solidFill>
                  <a:srgbClr val="1F1F1F"/>
                </a:solidFill>
                <a:latin typeface="Arial"/>
                <a:cs typeface="Arial"/>
              </a:rPr>
              <a:t>manifest_id_hash</a:t>
            </a:r>
            <a:r>
              <a:rPr lang="en-US" sz="1600" dirty="0">
                <a:solidFill>
                  <a:srgbClr val="1F1F1F"/>
                </a:solidFill>
                <a:latin typeface="Arial"/>
                <a:cs typeface="Arial"/>
              </a:rPr>
              <a:t>).</a:t>
            </a:r>
            <a:endParaRPr lang="en-US" sz="1600"/>
          </a:p>
          <a:p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What our software does: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 If customs paperwork is cleared and Gates 1 &amp; 2 passed, Gate 3 turns </a:t>
            </a:r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GREEN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 (Pass). The truck gets directed to the "Fast Lane" and bypasses the 42-hour line in under </a:t>
            </a:r>
            <a:r>
              <a:rPr lang="en-US" sz="1600" b="1">
                <a:solidFill>
                  <a:srgbClr val="1F1F1F"/>
                </a:solidFill>
                <a:latin typeface="Arial"/>
                <a:cs typeface="Arial"/>
              </a:rPr>
              <a:t>30 seconds</a:t>
            </a:r>
            <a:r>
              <a:rPr lang="en-US" sz="1600">
                <a:solidFill>
                  <a:srgbClr val="1F1F1F"/>
                </a:solidFill>
                <a:latin typeface="Arial"/>
                <a:cs typeface="Arial"/>
              </a:rPr>
              <a:t>.</a:t>
            </a:r>
            <a:endParaRPr lang="en-US" sz="16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325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C4018-3C5A-5D68-33F0-62B09651B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7129E49-015C-D53F-D2F9-77575198B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8E39DA-1AFE-FD3D-B3A4-1EEAD79AF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123BDE-5224-2BB1-4A0F-B7B94B013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6A117B-0203-CE57-5A29-5A26B3078E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68FA57-8708-9365-8F6F-C6DC38D1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F2EF0E4-DA6C-5F3F-8466-EF06FDB2E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F28F5D8-923B-7B9D-A09F-2D5B87829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891E3F-6E02-5FF6-58EF-0D58A8A58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99334BC-420C-5A14-9DB4-962CD1832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24F1094-BE03-8B12-9704-349A2C04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64DA67-7268-4812-2D44-59BFFFCBA8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14AB018-06DD-FE62-33A4-9C86994F9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0DCDE-10C0-E72C-555C-E439C038D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b="1">
                <a:solidFill>
                  <a:srgbClr val="1F1F1F"/>
                </a:solidFill>
              </a:rPr>
              <a:t>4. How Does This Make Money? (The Financial Model in Plain English)</a:t>
            </a:r>
            <a:endParaRPr lang="en-US"/>
          </a:p>
          <a:p>
            <a:r>
              <a:rPr lang="en-US" sz="1100">
                <a:solidFill>
                  <a:srgbClr val="1F1F1F"/>
                </a:solidFill>
                <a:ea typeface="+mn-lt"/>
                <a:cs typeface="+mn-lt"/>
              </a:rPr>
              <a:t>We aren't selling trucks, solar panels, or concrete. We sell </a:t>
            </a:r>
            <a:r>
              <a:rPr lang="en-US" sz="1100" b="1">
                <a:solidFill>
                  <a:srgbClr val="1F1F1F"/>
                </a:solidFill>
                <a:ea typeface="+mn-lt"/>
                <a:cs typeface="+mn-lt"/>
              </a:rPr>
              <a:t>Software-as-a-Service (PaaS)</a:t>
            </a:r>
            <a:r>
              <a:rPr lang="en-US" sz="1100">
                <a:solidFill>
                  <a:srgbClr val="1F1F1F"/>
                </a:solidFill>
                <a:ea typeface="+mn-lt"/>
                <a:cs typeface="+mn-lt"/>
              </a:rPr>
              <a:t> to governments, port authorities, and logistics corridor managers:</a:t>
            </a:r>
            <a:endParaRPr lang="en-US">
              <a:ea typeface="+mn-lt"/>
              <a:cs typeface="+mn-lt"/>
            </a:endParaRPr>
          </a:p>
          <a:p>
            <a:r>
              <a:rPr lang="en-US" sz="1100" b="1">
                <a:solidFill>
                  <a:srgbClr val="1F1F1F"/>
                </a:solidFill>
                <a:latin typeface="Arial"/>
                <a:cs typeface="Arial"/>
              </a:rPr>
              <a:t>Phase 1 (Our Base Case Focus — €336k–€366k ARR):</a:t>
            </a:r>
            <a:br>
              <a:rPr lang="en-US" sz="1100" b="1" dirty="0">
                <a:solidFill>
                  <a:srgbClr val="1F1F1F"/>
                </a:solidFill>
                <a:latin typeface="Arial"/>
                <a:cs typeface="Arial"/>
              </a:rPr>
            </a:br>
            <a:r>
              <a:rPr lang="en-US" sz="1100" b="1">
                <a:solidFill>
                  <a:srgbClr val="1F1F1F"/>
                </a:solidFill>
                <a:latin typeface="Arial"/>
                <a:cs typeface="Arial"/>
              </a:rPr>
              <a:t>Governments pay us an upfront setup fee (R.1</a:t>
            </a:r>
            <a:r>
              <a:rPr lang="en-US" sz="1100">
                <a:solidFill>
                  <a:srgbClr val="1F1F1F"/>
                </a:solidFill>
                <a:latin typeface="Arial"/>
                <a:cs typeface="Arial"/>
              </a:rPr>
              <a:t>) plus an annual software subscription fee (</a:t>
            </a:r>
            <a:r>
              <a:rPr lang="en-US" sz="1100" b="1">
                <a:solidFill>
                  <a:srgbClr val="1F1F1F"/>
                </a:solidFill>
                <a:latin typeface="Arial"/>
                <a:cs typeface="Arial"/>
              </a:rPr>
              <a:t>R.2</a:t>
            </a:r>
            <a:r>
              <a:rPr lang="en-US" sz="1100">
                <a:solidFill>
                  <a:srgbClr val="1F1F1F"/>
                </a:solidFill>
                <a:latin typeface="Arial"/>
                <a:cs typeface="Arial"/>
              </a:rPr>
              <a:t> and </a:t>
            </a:r>
            <a:r>
              <a:rPr lang="en-US" sz="1100" b="1">
                <a:solidFill>
                  <a:srgbClr val="1F1F1F"/>
                </a:solidFill>
                <a:latin typeface="Arial"/>
                <a:cs typeface="Arial"/>
              </a:rPr>
              <a:t>R.3</a:t>
            </a:r>
            <a:r>
              <a:rPr lang="en-US" sz="1100">
                <a:solidFill>
                  <a:srgbClr val="1F1F1F"/>
                </a:solidFill>
                <a:latin typeface="Arial"/>
                <a:cs typeface="Arial"/>
              </a:rPr>
              <a:t>) to use our dashboard to manage their border traffic. Because it’s pure software, our operational costs are almost zero, meaning the revenue goes straight to sustaining the business.</a:t>
            </a:r>
            <a:endParaRPr lang="en-US"/>
          </a:p>
          <a:p>
            <a:r>
              <a:rPr lang="en-US" sz="1100" b="1">
                <a:solidFill>
                  <a:srgbClr val="1F1F1F"/>
                </a:solidFill>
                <a:latin typeface="Arial"/>
                <a:cs typeface="Arial"/>
              </a:rPr>
              <a:t>Phase 2 (Future Upside):</a:t>
            </a:r>
            <a:br>
              <a:rPr lang="en-US" sz="1100" b="1" dirty="0">
                <a:solidFill>
                  <a:srgbClr val="1F1F1F"/>
                </a:solidFill>
                <a:latin typeface="Arial"/>
                <a:cs typeface="Arial"/>
              </a:rPr>
            </a:br>
            <a:r>
              <a:rPr lang="en-US" sz="1100" b="1">
                <a:solidFill>
                  <a:srgbClr val="1F1F1F"/>
                </a:solidFill>
                <a:latin typeface="Arial"/>
                <a:cs typeface="Arial"/>
              </a:rPr>
              <a:t>Once thousands of trucks use the system daily, we can charge tiny transaction fees per fast-lane pass (R.4</a:t>
            </a:r>
            <a:r>
              <a:rPr lang="en-US" sz="1100">
                <a:solidFill>
                  <a:srgbClr val="1F1F1F"/>
                </a:solidFill>
                <a:latin typeface="Arial"/>
                <a:cs typeface="Arial"/>
              </a:rPr>
              <a:t>) and monetize the carbon credits saved by preventing idling trucks from burning diesel (</a:t>
            </a:r>
            <a:r>
              <a:rPr lang="en-US" sz="1100" b="1">
                <a:solidFill>
                  <a:srgbClr val="1F1F1F"/>
                </a:solidFill>
                <a:latin typeface="Arial"/>
                <a:cs typeface="Arial"/>
              </a:rPr>
              <a:t>R.6</a:t>
            </a:r>
            <a:r>
              <a:rPr lang="en-US" sz="1100">
                <a:solidFill>
                  <a:srgbClr val="1F1F1F"/>
                </a:solidFill>
                <a:latin typeface="Arial"/>
                <a:cs typeface="Arial"/>
              </a:rPr>
              <a:t>).</a:t>
            </a:r>
            <a:endParaRPr lang="en-US"/>
          </a:p>
          <a:p>
            <a:endParaRPr lang="en-US" sz="1400" b="1" dirty="0">
              <a:solidFill>
                <a:srgbClr val="1F1F1F"/>
              </a:solidFill>
            </a:endParaRPr>
          </a:p>
          <a:p>
            <a:r>
              <a:rPr lang="en-US" sz="1300" b="1">
                <a:solidFill>
                  <a:srgbClr val="1F1F1F"/>
                </a:solidFill>
                <a:latin typeface="Arial"/>
                <a:cs typeface="Arial"/>
              </a:rPr>
              <a:t>F. How We Make Money (Software-as-a-Service)</a:t>
            </a:r>
            <a:endParaRPr lang="en-US" sz="1400" b="1" dirty="0">
              <a:solidFill>
                <a:srgbClr val="1F1F1F"/>
              </a:solidFill>
            </a:endParaRPr>
          </a:p>
          <a:p>
            <a:r>
              <a:rPr lang="en-US" sz="1100">
                <a:solidFill>
                  <a:srgbClr val="1F1F1F"/>
                </a:solidFill>
                <a:latin typeface="Arial"/>
                <a:cs typeface="Arial"/>
              </a:rPr>
              <a:t>We don't sell concrete, scales, or cameras. We sell pure cloud software (PaaS):</a:t>
            </a:r>
            <a:endParaRPr lang="en-US"/>
          </a:p>
          <a:p>
            <a:r>
              <a:rPr lang="en-US" sz="1100" b="1">
                <a:solidFill>
                  <a:srgbClr val="1F1F1F"/>
                </a:solidFill>
                <a:latin typeface="Arial"/>
                <a:cs typeface="Arial"/>
              </a:rPr>
              <a:t>Upfront Setup Fee:</a:t>
            </a:r>
            <a:r>
              <a:rPr lang="en-US" sz="1100">
                <a:solidFill>
                  <a:srgbClr val="1F1F1F"/>
                </a:solidFill>
                <a:latin typeface="Arial"/>
                <a:cs typeface="Arial"/>
              </a:rPr>
              <a:t> Charging ports/corridors an initial fee to connect our software to their gate hardware.</a:t>
            </a:r>
            <a:endParaRPr lang="en-US"/>
          </a:p>
          <a:p>
            <a:r>
              <a:rPr lang="en-US" sz="1100" b="1">
                <a:solidFill>
                  <a:srgbClr val="1F1F1F"/>
                </a:solidFill>
                <a:latin typeface="Arial"/>
                <a:cs typeface="Arial"/>
              </a:rPr>
              <a:t>Annual SaaS Subscription:</a:t>
            </a:r>
            <a:r>
              <a:rPr lang="en-US" sz="1100">
                <a:solidFill>
                  <a:srgbClr val="1F1F1F"/>
                </a:solidFill>
                <a:latin typeface="Arial"/>
                <a:cs typeface="Arial"/>
              </a:rPr>
              <a:t> A predictable yearly license fee (€300k+ ARR scale) for accessing the digital twin control dashboard and clearing engine.</a:t>
            </a:r>
            <a:endParaRPr lang="en-US"/>
          </a:p>
          <a:p>
            <a:r>
              <a:rPr lang="en-US" sz="1100" b="1">
                <a:solidFill>
                  <a:srgbClr val="1F1F1F"/>
                </a:solidFill>
                <a:latin typeface="Arial"/>
                <a:cs typeface="Arial"/>
              </a:rPr>
              <a:t>Future Upside:</a:t>
            </a:r>
            <a:r>
              <a:rPr lang="en-US" sz="1100">
                <a:solidFill>
                  <a:srgbClr val="1F1F1F"/>
                </a:solidFill>
                <a:latin typeface="Arial"/>
                <a:cs typeface="Arial"/>
              </a:rPr>
              <a:t> Micro-transaction fees per express pass issued and aggregating verified diesel carbon savings to sell as certified carbon credits.</a:t>
            </a:r>
            <a:endParaRPr lang="en-US"/>
          </a:p>
          <a:p>
            <a:r>
              <a:rPr lang="en-US" sz="1100" i="1">
                <a:solidFill>
                  <a:srgbClr val="1F1F1F"/>
                </a:solidFill>
                <a:latin typeface="Arial"/>
                <a:cs typeface="Arial"/>
              </a:rPr>
              <a:t>"We take live data from cameras, road scales, customs databases, port computers, and trucking fleet systems, cross-check it in less than half a second, let compliant trucks skip 40-hour queues, and save logistics companies thousands of euros—all managed on a real-time control room dashboard."</a:t>
            </a:r>
            <a:endParaRPr lang="en-US" sz="1400" b="1" dirty="0">
              <a:solidFill>
                <a:srgbClr val="1F1F1F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60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6F2A9-0403-2730-087A-F47186D68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350ED35-300A-9BBD-3065-B1D23FE6D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FA131C-EA3E-09BE-1937-004ADBE8B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3C30569-24DE-476C-9A1E-72B2C99DB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C25D0A7-2195-B388-B886-A3AB0EDAE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902C645-EB02-91A2-075B-5340E15F7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E81A1BD-0B8B-51EF-56DC-38CD48B8C7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9B3B79E-401F-6AAC-1E92-00B879FD0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4CF3525-434C-2E59-1C43-370D8676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B7A0C41-5B5F-98C2-6C9C-E51E021E2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4056CAA-FE89-DCD7-5217-9E2ED0348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B5E61F4-79AF-F8E5-1E21-6444EB39C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446F294-D357-96BC-D4E3-5075EE40F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A81D-FC9C-401E-BDD9-C9D460E43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85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3ED5D-8234-BD24-1877-C4C84CBF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4DB69C1-2B89-15B1-8834-840C63E9F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724A22-92A8-FBF6-6AF6-443753384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4F8808-D6F7-9AF3-4D15-A3E317B03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ED6EB03-7436-F09B-300B-E4BF1CEE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70862B-1D70-8AA2-C456-E75C2652F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CA12595-AD16-A2EF-5F18-C086845F3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8E295A3-F8DD-A4E9-68EF-100AB0B29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8B4B73-685C-8D7A-ADEB-9BCA34A6C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6E57106-122A-33DA-5465-F62005FD0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E6DCFD3-5C1C-F6BE-3CEB-81E01A6145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1C3C516-8EA6-00E0-60B4-0CC5A1FA8C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0A0AD8-8DA0-3B62-945C-3139C4087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AC5C9-7668-95ED-57A6-DE2AB2C4F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83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97547-8045-C117-F208-561B2FED5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B8E4687-061A-369D-7514-2D4D4245C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8EA89E-A28C-0640-F3B8-7ADD66F0F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06FBB63-F7ED-008B-6D9D-3A1687C4E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539CC90-0765-068E-8E0D-BF7411B4D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FC5CDD0-340D-D63A-B6CF-049A83ED0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812AAA3-E350-4930-BB37-03D7380B5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E013E2A-D276-408A-B46C-1FE859AC9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A14BD8-E75A-2438-4C61-BA6F3DBE8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36136D0-7DCC-C0FA-3225-FE7EC77AB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A83EEDD-1E7D-018E-84CF-409863A9E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C472D28-BAE9-DEE5-5628-F3FD768B3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A5744E-8FD5-9CFB-98E4-4BCD6A2CE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AAE9D-0A72-0583-7012-59351D192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788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61018-0F00-B146-189C-56C141E5C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95D7FB-8B2C-B5A6-CF08-29BF2A07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7F4EA2-D43E-F05F-CF38-AC193B03B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C1A8873-89D9-4486-1E8D-3E201ECCA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30A2C6B-55FD-4BE8-7040-9D5B66931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FD431B1-8D07-5DAC-FE9B-86D50ADB1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B5881DD-EDDE-17CE-C72B-055A8ACA1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DA5E65-FD6F-7EEE-D90D-F153DC825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AF78B0-5E17-B512-645A-8465230E1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610481-B4EC-B6D9-7BF2-6196706CF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20E8F7B-5E53-F6E5-D511-CBDBC1E3B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F560C99-1048-CCCC-36EC-CEA1F945D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D0ECBBF-B0EF-13C3-0C07-960D2419A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68AD7-25A1-1650-ED22-F1C0499F2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903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142</cp:revision>
  <dcterms:created xsi:type="dcterms:W3CDTF">2026-08-03T19:54:54Z</dcterms:created>
  <dcterms:modified xsi:type="dcterms:W3CDTF">2026-08-03T20:54:47Z</dcterms:modified>
</cp:coreProperties>
</file>